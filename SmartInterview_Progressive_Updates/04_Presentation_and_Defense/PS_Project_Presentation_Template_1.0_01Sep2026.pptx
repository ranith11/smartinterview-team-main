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318" r:id="rId2"/>
    <p:sldId id="257" r:id="rId3"/>
    <p:sldId id="258" r:id="rId4"/>
    <p:sldId id="323" r:id="rId5"/>
    <p:sldId id="322" r:id="rId6"/>
    <p:sldId id="321" r:id="rId7"/>
    <p:sldId id="320" r:id="rId8"/>
    <p:sldId id="319" r:id="rId9"/>
    <p:sldId id="324" r:id="rId10"/>
    <p:sldId id="28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D75F-73F6-467C-8B5A-E96364E1170A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F4ECA-A2DA-4C65-B4BB-80B02CF08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9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3F4ECA-A2DA-4C65-B4BB-80B02CF0864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512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543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7509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93370" y="1535114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 b="1"/>
            </a:lvl1pPr>
            <a:lvl2pPr marL="914400" lvl="1" indent="-22860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2pPr>
            <a:lvl3pPr marL="1371600" lvl="2" indent="-22860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3pPr>
            <a:lvl4pPr marL="1828800" lvl="3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4pPr>
            <a:lvl5pPr marL="2286000" lvl="4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5pPr>
            <a:lvl6pPr marL="2743200" lvl="5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6pPr>
            <a:lvl7pPr marL="3200400" lvl="6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7pPr>
            <a:lvl8pPr marL="3657600" lvl="7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8pPr>
            <a:lvl9pPr marL="4114800" lvl="8" indent="-22860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79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93370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88620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1pPr>
            <a:lvl2pPr marL="914400" lvl="1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2pPr>
            <a:lvl3pPr marL="1371600" lvl="2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3pPr>
            <a:lvl4pPr marL="1828800" lvl="3" indent="-33528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–"/>
              <a:defRPr sz="1679"/>
            </a:lvl4pPr>
            <a:lvl5pPr marL="2286000" lvl="4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»"/>
              <a:defRPr sz="1679"/>
            </a:lvl5pPr>
            <a:lvl6pPr marL="2743200" lvl="5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6pPr>
            <a:lvl7pPr marL="3200400" lvl="6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7pPr>
            <a:lvl8pPr marL="3657600" lvl="7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8pPr>
            <a:lvl9pPr marL="4114800" lvl="8" indent="-335279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ts val="1680"/>
              <a:buChar char="•"/>
              <a:defRPr sz="1679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6317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5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3333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9958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8224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021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1189201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738305-5802-F5B3-D197-C15B1C8AC5E4}"/>
              </a:ext>
            </a:extLst>
          </p:cNvPr>
          <p:cNvSpPr txBox="1"/>
          <p:nvPr/>
        </p:nvSpPr>
        <p:spPr>
          <a:xfrm>
            <a:off x="1101213" y="516190"/>
            <a:ext cx="10255045" cy="6232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Dear Students,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Please adhere to the following guidelines for your project presentations: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Presentation Guidelines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Limit: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Maximum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6-7 slides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 Other than Title Slide (1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Slide), Contents Slide (2nd Slide) and Thank you Slide (Last Slide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Structure &amp; Suggested Content in each slide: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1: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Title (Project # | Project ID | Project Title, Team Members, Mentor Group Members, Date)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2: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Contents (List of  the Slides in the PPT in order) 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3: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Introduction [Brief End user requirement | Abstract/Gist of Problem Statement | Objective(s) (End User Benefit/Solution Impact) | Technology Stack (New Skills Learning)…etc.] | Base Paper Title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4: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Requirement: [What is the outcome - Application/Add-on/Any product | Feature List…etc.]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5: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Design: [Use Case WF | Solution Design | Architecture Diagram | DB…etc.]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(IOT Projects to have equivalent content or as applicable)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6: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Development: Coding | Workflow | Tools used | Test cases | …etc.]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(IOT Projects to have equivalent content or as applicable)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7: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Project Outcome: [Summary | Improvement Opportunities | Challenges faced | …etc.] [Paper Publication?]</a:t>
            </a: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8: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Conclusion:  [Solution Demo URL | New Skills Learned | Any Patent or Publication done? </a:t>
            </a:r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…etc.] 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Slide 9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: Thank you! Slide</a:t>
            </a:r>
          </a:p>
          <a:p>
            <a:pPr lvl="1" algn="ctr">
              <a:lnSpc>
                <a:spcPct val="150000"/>
              </a:lnSpc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USE BULLET POINTS IN SLIDES TO EXPLAIN INSTEAD OF LONG TEXTS OR PARAGRAPHS</a:t>
            </a:r>
          </a:p>
          <a:p>
            <a:pPr lvl="1" algn="ctr">
              <a:lnSpc>
                <a:spcPct val="150000"/>
              </a:lnSpc>
            </a:pPr>
            <a:r>
              <a:rPr lang="en-US" sz="16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Please remove this slide in the final presentation. This slide in not in the count!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4F58E0-2E87-351A-4DA8-5D6AF3B8ACF6}"/>
              </a:ext>
            </a:extLst>
          </p:cNvPr>
          <p:cNvSpPr txBox="1"/>
          <p:nvPr/>
        </p:nvSpPr>
        <p:spPr>
          <a:xfrm>
            <a:off x="882944" y="144685"/>
            <a:ext cx="10426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 Guidelines</a:t>
            </a: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805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18187" y="2814991"/>
            <a:ext cx="8755626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Project Team/Group ID | 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2800" b="1" kern="0" dirty="0">
              <a:solidFill>
                <a:srgbClr val="4BACC6">
                  <a:lumMod val="75000"/>
                </a:srgb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Date: dd-Mon-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yyyy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6811" y="4456329"/>
            <a:ext cx="4839764" cy="22730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Members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(Name &amp; Roll number)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... (all </a:t>
            </a: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…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…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51CFB20-BF85-80BD-477B-14C7A76949D5}"/>
              </a:ext>
            </a:extLst>
          </p:cNvPr>
          <p:cNvSpPr txBox="1">
            <a:spLocks/>
          </p:cNvSpPr>
          <p:nvPr/>
        </p:nvSpPr>
        <p:spPr>
          <a:xfrm>
            <a:off x="7028383" y="4456330"/>
            <a:ext cx="4610100" cy="22730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Mentors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(Name)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... (all </a:t>
            </a: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members)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…</a:t>
            </a:r>
          </a:p>
          <a:p>
            <a:pPr marL="457200" marR="0" lvl="0" indent="-4572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kumimoji="0" lang="en-IN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2055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C3F8B0-6282-99B1-93A0-C4F705D327D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65CB75-C0BF-49CC-2D4C-6D5FB9214585}"/>
              </a:ext>
            </a:extLst>
          </p:cNvPr>
          <p:cNvSpPr txBox="1"/>
          <p:nvPr/>
        </p:nvSpPr>
        <p:spPr>
          <a:xfrm>
            <a:off x="962965" y="845951"/>
            <a:ext cx="10266067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Title Slide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Content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Requirement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Project Outcome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2366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D12A0-BF48-2BD5-0527-690BC375E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B52095-1E06-92A6-8BED-8F94FD56D16C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INTRODUCTION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&lt;&lt;Refer PPT Guidelines Slide for the Content&gt;&gt;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FAFB47-235B-5172-F5FE-317016BE1FA5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997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1D33-2B83-9A0C-A740-5B3B2C40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2C1023-E687-BA37-AA43-E14E164EC872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REQUIREMENT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&lt;&lt;Refer PPT Guidelines Slide for the Content&gt;&gt;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830ED-44EF-C7F9-4825-04BEA9595FFE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4063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B9F80-F453-A0C9-DB74-A74C76ED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DF1F71-E7CA-1E78-DFFE-0CE48650C176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&lt;&lt;Refer PPT Guidelines Slide for the Content&gt;&gt;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D46C55-BAB0-C00A-DDAE-4AA2D5E701A5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6244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57B49-7958-0BE3-B6FF-B55F51CC0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67CFC9-623F-33E6-06BA-2AE3FEC5A3CE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DEVELOPMENT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&lt;&lt;Refer PPT Guidelines Slide for the Content&gt;&gt;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3908F0-8B71-8411-23F0-802D1DC84E21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50516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5A60F-8639-EADD-081C-DABFA82D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AF2B25-5DBC-2D18-F438-3E22A904864A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PROJECT OUTCOME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&lt;&lt;Refer PPT Guidelines Slide for the Content&gt;&gt;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13940E-46E6-40AE-D40B-0278B604695A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37397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1280-C949-031A-6FDE-067206D26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52FD9E-27D6-1D00-9DC3-ECE1FC7A5D0D}"/>
              </a:ext>
            </a:extLst>
          </p:cNvPr>
          <p:cNvSpPr txBox="1"/>
          <p:nvPr/>
        </p:nvSpPr>
        <p:spPr>
          <a:xfrm>
            <a:off x="882944" y="261176"/>
            <a:ext cx="10426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&lt;&lt;Refer PPT Guidelines Slide for the Content&gt;&gt;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C84FF-E795-E669-D7A2-E8F984B1FA05}"/>
              </a:ext>
            </a:extLst>
          </p:cNvPr>
          <p:cNvSpPr txBox="1"/>
          <p:nvPr/>
        </p:nvSpPr>
        <p:spPr>
          <a:xfrm>
            <a:off x="962965" y="845951"/>
            <a:ext cx="10266067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4654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E8147-357D-7FED-7729-847B9FCECC3E}"/>
              </a:ext>
            </a:extLst>
          </p:cNvPr>
          <p:cNvSpPr txBox="1"/>
          <p:nvPr/>
        </p:nvSpPr>
        <p:spPr>
          <a:xfrm>
            <a:off x="4635910" y="2721114"/>
            <a:ext cx="29201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7897800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4758</TotalTime>
  <Words>427</Words>
  <Application>Microsoft Office PowerPoint</Application>
  <PresentationFormat>Widescreen</PresentationFormat>
  <Paragraphs>56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Asha Sheldon</dc:creator>
  <cp:lastModifiedBy>Stravis2 </cp:lastModifiedBy>
  <cp:revision>26</cp:revision>
  <dcterms:created xsi:type="dcterms:W3CDTF">2024-06-11T09:24:19Z</dcterms:created>
  <dcterms:modified xsi:type="dcterms:W3CDTF">2026-09-02T09:26:24Z</dcterms:modified>
</cp:coreProperties>
</file>